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272E"/>
    <a:srgbClr val="1B21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0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4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423862-3F52-459D-BB97-400A2FF529BA}" type="datetimeFigureOut">
              <a:rPr lang="en-US" smtClean="0"/>
              <a:t>2026-09-26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A8827-8173-478E-8027-31A736D41B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04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423862-3F52-459D-BB97-400A2FF529BA}" type="datetimeFigureOut">
              <a:rPr lang="en-US" smtClean="0"/>
              <a:t>2026-09-26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A8827-8173-478E-8027-31A736D41B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3412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423862-3F52-459D-BB97-400A2FF529BA}" type="datetimeFigureOut">
              <a:rPr lang="en-US" smtClean="0"/>
              <a:t>2026-09-26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A8827-8173-478E-8027-31A736D41B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928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423862-3F52-459D-BB97-400A2FF529BA}" type="datetimeFigureOut">
              <a:rPr lang="en-US" smtClean="0"/>
              <a:t>2026-09-26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A8827-8173-478E-8027-31A736D41B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43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423862-3F52-459D-BB97-400A2FF529BA}" type="datetimeFigureOut">
              <a:rPr lang="en-US" smtClean="0"/>
              <a:t>2026-09-26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A8827-8173-478E-8027-31A736D41B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645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423862-3F52-459D-BB97-400A2FF529BA}" type="datetimeFigureOut">
              <a:rPr lang="en-US" smtClean="0"/>
              <a:t>2026-09-26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A8827-8173-478E-8027-31A736D41B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668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423862-3F52-459D-BB97-400A2FF529BA}" type="datetimeFigureOut">
              <a:rPr lang="en-US" smtClean="0"/>
              <a:t>2026-09-26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A8827-8173-478E-8027-31A736D41B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512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423862-3F52-459D-BB97-400A2FF529BA}" type="datetimeFigureOut">
              <a:rPr lang="en-US" smtClean="0"/>
              <a:t>2026-09-26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A8827-8173-478E-8027-31A736D41B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357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423862-3F52-459D-BB97-400A2FF529BA}" type="datetimeFigureOut">
              <a:rPr lang="en-US" smtClean="0"/>
              <a:t>2026-09-26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A8827-8173-478E-8027-31A736D41B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70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423862-3F52-459D-BB97-400A2FF529BA}" type="datetimeFigureOut">
              <a:rPr lang="en-US" smtClean="0"/>
              <a:t>2026-09-26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A8827-8173-478E-8027-31A736D41B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023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423862-3F52-459D-BB97-400A2FF529BA}" type="datetimeFigureOut">
              <a:rPr lang="en-US" smtClean="0"/>
              <a:t>2026-09-26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A8827-8173-478E-8027-31A736D41B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107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423862-3F52-459D-BB97-400A2FF529BA}" type="datetimeFigureOut">
              <a:rPr lang="en-US" smtClean="0"/>
              <a:t>2026-09-26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0A8827-8173-478E-8027-31A736D41B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684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6D0C78-5C07-A24C-CB49-846D76F41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0334"/>
            <a:ext cx="6858000" cy="917985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31DD1C7-5473-2C4F-0754-7812E59D9B27}"/>
              </a:ext>
            </a:extLst>
          </p:cNvPr>
          <p:cNvSpPr/>
          <p:nvPr/>
        </p:nvSpPr>
        <p:spPr>
          <a:xfrm>
            <a:off x="434129" y="625591"/>
            <a:ext cx="5989739" cy="796517"/>
          </a:xfrm>
          <a:prstGeom prst="rect">
            <a:avLst/>
          </a:prstGeom>
          <a:noFill/>
          <a:ln>
            <a:noFill/>
          </a:ln>
          <a:effectLst>
            <a:outerShdw blurRad="50800" dist="889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gradFill flip="none" rotWithShape="1">
                  <a:gsLst>
                    <a:gs pos="0">
                      <a:schemeClr val="bg1">
                        <a:shade val="30000"/>
                        <a:satMod val="115000"/>
                      </a:schemeClr>
                    </a:gs>
                    <a:gs pos="50000">
                      <a:schemeClr val="bg1">
                        <a:shade val="67500"/>
                        <a:satMod val="115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Mongolian Baiti" panose="03000500000000000000" pitchFamily="66" charset="0"/>
                <a:ea typeface="ADLaM Display" panose="020F0502020204030204" pitchFamily="2" charset="0"/>
                <a:cs typeface="Mongolian Baiti" panose="03000500000000000000" pitchFamily="66" charset="0"/>
              </a:rPr>
              <a:t>FROM DATA TO THESIS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20E9CF-D657-21A5-F2D8-DD96BCDC40D3}"/>
              </a:ext>
            </a:extLst>
          </p:cNvPr>
          <p:cNvSpPr/>
          <p:nvPr/>
        </p:nvSpPr>
        <p:spPr>
          <a:xfrm>
            <a:off x="1252057" y="1711354"/>
            <a:ext cx="4353886" cy="562062"/>
          </a:xfrm>
          <a:prstGeom prst="rect">
            <a:avLst/>
          </a:prstGeom>
          <a:gradFill flip="none" rotWithShape="1">
            <a:gsLst>
              <a:gs pos="100000">
                <a:srgbClr val="1E272E"/>
              </a:gs>
              <a:gs pos="0">
                <a:srgbClr val="1B212A"/>
              </a:gs>
              <a:gs pos="39000">
                <a:schemeClr val="bg1">
                  <a:shade val="67500"/>
                  <a:satMod val="115000"/>
                </a:schemeClr>
              </a:gs>
              <a:gs pos="66000">
                <a:schemeClr val="bg1">
                  <a:shade val="100000"/>
                  <a:satMod val="115000"/>
                </a:schemeClr>
              </a:gs>
            </a:gsLst>
            <a:lin ang="0" scaled="0"/>
            <a:tileRect/>
          </a:gradFill>
          <a:ln>
            <a:noFill/>
          </a:ln>
          <a:effectLst>
            <a:outerShdw blurRad="50800" dist="1143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ln/>
                <a:solidFill>
                  <a:srgbClr val="1E272E"/>
                </a:solid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Mongolian Baiti" panose="03000500000000000000" pitchFamily="66" charset="0"/>
                <a:ea typeface="ADLaM Display" panose="020F0502020204030204" pitchFamily="2" charset="0"/>
                <a:cs typeface="Mongolian Baiti" panose="03000500000000000000" pitchFamily="66" charset="0"/>
              </a:rPr>
              <a:t>Using 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9379B9-0BB4-2D63-AACB-BED1574B0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862" y="8145709"/>
            <a:ext cx="796517" cy="7965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3B32837-3693-EE92-907E-7074CFDAF9CA}"/>
              </a:ext>
            </a:extLst>
          </p:cNvPr>
          <p:cNvSpPr/>
          <p:nvPr/>
        </p:nvSpPr>
        <p:spPr>
          <a:xfrm>
            <a:off x="1458635" y="7271975"/>
            <a:ext cx="3940728" cy="771787"/>
          </a:xfrm>
          <a:prstGeom prst="rect">
            <a:avLst/>
          </a:prstGeom>
          <a:noFill/>
          <a:ln>
            <a:noFill/>
          </a:ln>
          <a:effectLst>
            <a:outerShdw blurRad="50800" dist="889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2000" b="1" dirty="0">
                <a:gradFill flip="none" rotWithShape="1">
                  <a:gsLst>
                    <a:gs pos="0">
                      <a:schemeClr val="lt1">
                        <a:shade val="30000"/>
                        <a:satMod val="115000"/>
                      </a:schemeClr>
                    </a:gs>
                    <a:gs pos="50000">
                      <a:schemeClr val="lt1">
                        <a:shade val="67500"/>
                        <a:satMod val="115000"/>
                      </a:schemeClr>
                    </a:gs>
                    <a:gs pos="100000">
                      <a:schemeClr val="lt1">
                        <a:shade val="100000"/>
                        <a:satMod val="115000"/>
                      </a:schemeClr>
                    </a:gs>
                  </a:gsLst>
                  <a:lin ang="8100000" scaled="1"/>
                  <a:tileRect/>
                </a:gra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Bookman Old Style" panose="02050604050505020204" pitchFamily="18" charset="0"/>
                <a:cs typeface="Posterama" panose="020B0504020200020000" pitchFamily="34" charset="0"/>
              </a:rPr>
              <a:t>Modern Data Analysis in the Age of AI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09A51C-014F-5816-715A-87D1BD5B6EED}"/>
              </a:ext>
            </a:extLst>
          </p:cNvPr>
          <p:cNvSpPr/>
          <p:nvPr/>
        </p:nvSpPr>
        <p:spPr>
          <a:xfrm>
            <a:off x="1399912" y="8088138"/>
            <a:ext cx="3940728" cy="771787"/>
          </a:xfrm>
          <a:prstGeom prst="rect">
            <a:avLst/>
          </a:prstGeom>
          <a:noFill/>
          <a:ln>
            <a:noFill/>
          </a:ln>
          <a:effectLst>
            <a:outerShdw blurRad="50800" dist="889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2000" dirty="0">
                <a:gradFill flip="none" rotWithShape="1">
                  <a:gsLst>
                    <a:gs pos="0">
                      <a:schemeClr val="lt1">
                        <a:shade val="30000"/>
                        <a:satMod val="115000"/>
                      </a:schemeClr>
                    </a:gs>
                    <a:gs pos="50000">
                      <a:schemeClr val="lt1">
                        <a:shade val="67500"/>
                        <a:satMod val="115000"/>
                      </a:schemeClr>
                    </a:gs>
                    <a:gs pos="100000">
                      <a:schemeClr val="lt1">
                        <a:shade val="100000"/>
                        <a:satMod val="115000"/>
                      </a:schemeClr>
                    </a:gs>
                  </a:gsLst>
                  <a:lin ang="8100000" scaled="1"/>
                  <a:tileRect/>
                </a:gra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Bookman Old Style" panose="02050604050505020204" pitchFamily="18" charset="0"/>
                <a:cs typeface="Posterama" panose="020B0504020200020000" pitchFamily="34" charset="0"/>
              </a:rPr>
              <a:t>by Polla Fattah</a:t>
            </a:r>
          </a:p>
          <a:p>
            <a:pPr lvl="0" algn="ctr"/>
            <a:r>
              <a:rPr lang="en-US" sz="2000" dirty="0">
                <a:gradFill flip="none" rotWithShape="1">
                  <a:gsLst>
                    <a:gs pos="0">
                      <a:schemeClr val="lt1">
                        <a:shade val="30000"/>
                        <a:satMod val="115000"/>
                      </a:schemeClr>
                    </a:gs>
                    <a:gs pos="50000">
                      <a:schemeClr val="lt1">
                        <a:shade val="67500"/>
                        <a:satMod val="115000"/>
                      </a:schemeClr>
                    </a:gs>
                    <a:gs pos="100000">
                      <a:schemeClr val="lt1">
                        <a:shade val="100000"/>
                        <a:satMod val="115000"/>
                      </a:schemeClr>
                    </a:gs>
                  </a:gsLst>
                  <a:lin ang="8100000" scaled="1"/>
                  <a:tileRect/>
                </a:gra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Bookman Old Style" panose="02050604050505020204" pitchFamily="18" charset="0"/>
                <a:cs typeface="Posterama" panose="020B0504020200020000" pitchFamily="34" charset="0"/>
              </a:rPr>
              <a:t>and Collection of LLMs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76AEF4D-7D39-82F0-67DD-07495FC2D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4863" y="2768239"/>
            <a:ext cx="3208274" cy="400891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74805FA-C0BB-1924-387C-7FB1937F8F8E}"/>
              </a:ext>
            </a:extLst>
          </p:cNvPr>
          <p:cNvSpPr/>
          <p:nvPr/>
        </p:nvSpPr>
        <p:spPr>
          <a:xfrm flipV="1">
            <a:off x="1963151" y="8062969"/>
            <a:ext cx="2814249" cy="9144"/>
          </a:xfrm>
          <a:prstGeom prst="rect">
            <a:avLst/>
          </a:prstGeom>
          <a:gradFill flip="none" rotWithShape="1">
            <a:gsLst>
              <a:gs pos="100000">
                <a:srgbClr val="1E272E"/>
              </a:gs>
              <a:gs pos="0">
                <a:srgbClr val="1B212A"/>
              </a:gs>
              <a:gs pos="39000">
                <a:schemeClr val="bg1">
                  <a:shade val="67500"/>
                  <a:satMod val="115000"/>
                </a:schemeClr>
              </a:gs>
              <a:gs pos="66000">
                <a:schemeClr val="bg1">
                  <a:shade val="100000"/>
                  <a:satMod val="115000"/>
                </a:schemeClr>
              </a:gs>
            </a:gsLst>
            <a:lin ang="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b="1" dirty="0">
              <a:ln/>
              <a:solidFill>
                <a:srgbClr val="1E272E"/>
              </a:solidFill>
              <a:effectLst>
                <a:outerShdw blurRad="38100" dist="19050" dir="2700000" algn="tl" rotWithShape="0">
                  <a:schemeClr val="dk1">
                    <a:lumMod val="50000"/>
                    <a:alpha val="40000"/>
                  </a:schemeClr>
                </a:outerShdw>
              </a:effectLst>
              <a:latin typeface="Mongolian Baiti" panose="03000500000000000000" pitchFamily="66" charset="0"/>
              <a:ea typeface="ADLaM Display" panose="020F0502020204030204" pitchFamily="2" charset="0"/>
              <a:cs typeface="Mongolian Baiti" panose="03000500000000000000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855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52ED9D7-200B-C157-1C8A-15873D024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0334"/>
            <a:ext cx="6858000" cy="9179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964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</TotalTime>
  <Words>21</Words>
  <Application>Microsoft Office PowerPoint</Application>
  <PresentationFormat>On-screen Show (4:3)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Bookman Old Style</vt:lpstr>
      <vt:lpstr>Mongolian Baiti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Polla Abdulhamid Fattah</dc:creator>
  <cp:lastModifiedBy>Polla Abdulhamid Fattah</cp:lastModifiedBy>
  <cp:revision>3</cp:revision>
  <dcterms:created xsi:type="dcterms:W3CDTF">2026-09-26T18:19:49Z</dcterms:created>
  <dcterms:modified xsi:type="dcterms:W3CDTF">2026-09-26T19:08:30Z</dcterms:modified>
</cp:coreProperties>
</file>